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087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Telco 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BED7F5"/>
                </a:solidFill>
              </a:defRPr>
            </a:pPr>
            <a:r>
              <a:t>Machine Learning Project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Dataset: WA_Fn-UseC_-Telco-Customer-Churn.csv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60520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Presented by: Bharti Giram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Goal: predict whether a telecom customer is likely to churn (leave the service).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Type of problem: Supervised Machine Learning → Binary Classification.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Target variable: Churn (Yes / No).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Model used: Logistic Regression with preprocessing pipeline.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model can help identify customers who may need retention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2. Dataset Description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194560" cy="137160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08760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067B4"/>
                </a:solidFill>
              </a:defRPr>
            </a:pPr>
            <a:r>
              <a:t>7,032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usable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371600"/>
            <a:ext cx="2194560" cy="137160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18688" y="1508760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067B4"/>
                </a:solidFill>
              </a:defRPr>
            </a:pPr>
            <a:r>
              <a:t>21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71600"/>
            <a:ext cx="2194560" cy="1371600"/>
          </a:xfrm>
          <a:prstGeom prst="roundRect">
            <a:avLst/>
          </a:prstGeom>
          <a:solidFill>
            <a:srgbClr val="EEF5FD"/>
          </a:solidFill>
          <a:ln>
            <a:solidFill>
              <a:srgbClr val="E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1508760"/>
            <a:ext cx="197510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6822D"/>
                </a:solidFill>
              </a:defRPr>
            </a:pPr>
            <a:r>
              <a:t>26.6%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overall churn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2560320" cy="1371600"/>
          </a:xfrm>
          <a:prstGeom prst="roundRect">
            <a:avLst/>
          </a:prstGeom>
          <a:solidFill>
            <a:srgbClr val="EEF5FD"/>
          </a:solidFill>
          <a:ln>
            <a:solidFill>
              <a:srgbClr val="E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7" y="1508760"/>
            <a:ext cx="2340863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6822D"/>
                </a:solidFill>
              </a:defRPr>
            </a:pPr>
            <a:r>
              <a:t>1,869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customers churned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Customer information includes tenure, contract, payment method, internet service, monthly charges and total charges.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Categorical variables require encoding before training.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TotalCharges was converted from text to numeric and rows with missing TotalCharges were removed.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customerID was excluded because it is an identifier rather than a predictive feature.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3.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337560" cy="150876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2704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B4A"/>
                </a:solidFill>
              </a:defRPr>
            </a:pPr>
            <a:r>
              <a:t>1. Data Collection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Load CSV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37560" cy="150876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2704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B4A"/>
                </a:solidFill>
              </a:defRPr>
            </a:pPr>
            <a:r>
              <a:t>2. Data Cleaning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Handle missing / invalid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417320"/>
            <a:ext cx="3337560" cy="150876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52704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B4A"/>
                </a:solidFill>
              </a:defRPr>
            </a:pPr>
            <a:r>
              <a:t>3. Preprocessing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Scale numeric + encode categorical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74720"/>
            <a:ext cx="3337560" cy="150876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B4A"/>
                </a:solidFill>
              </a:defRPr>
            </a:pPr>
            <a:r>
              <a:t>4. Train/Test Split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80% training, 20%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37560" cy="150876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58444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B4A"/>
                </a:solidFill>
              </a:defRPr>
            </a:pPr>
            <a:r>
              <a:t>5. Model Training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Logistic Regression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474720"/>
            <a:ext cx="3337560" cy="150876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58444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B4A"/>
                </a:solidFill>
              </a:defRPr>
            </a:pPr>
            <a:r>
              <a:t>6. Evaluation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Accuracy, precision, recall,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4.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Python libraries: Pandas, NumPy, Scikit-learn.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Data preprocessing is performed using ColumnTransformer.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Numerical features → StandardScaler.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Categorical features → OneHotEncoder(handle_unknown='ignore').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Preprocessing and Logistic Regression are combined in one Pipeline.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Train/test split uses stratification to preserve the churn class distribution.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5. Key Implementation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356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df["TotalCharges"] = pd.to_numeric(df["TotalCharges"], errors="coerce")</a:t>
            </a:r>
            <a:br/>
            <a:r>
              <a:t>df = df.dropna(subset=["TotalCharges"])</a:t>
            </a:r>
            <a:br/>
            <a:br/>
            <a:r>
              <a:t>X = df.drop(columns=["Churn", "customerID"])</a:t>
            </a:r>
            <a:br/>
            <a:r>
              <a:t>y = df["Churn"].map({"No": 0, "Yes": 1})</a:t>
            </a:r>
            <a:br/>
            <a:br/>
            <a:r>
              <a:t>preprocessor = ColumnTransformer([</a:t>
            </a:r>
            <a:br/>
            <a:r>
              <a:t>    ("num", StandardScaler(), numeric_cols),</a:t>
            </a:r>
            <a:br/>
            <a:r>
              <a:t>    ("cat", OneHotEncoder(handle_unknown="ignore"), categorical_cols)</a:t>
            </a:r>
            <a:br/>
            <a:r>
              <a:t>])</a:t>
            </a:r>
            <a:br/>
            <a:br/>
            <a:r>
              <a:t>model = Pipeline([</a:t>
            </a:r>
            <a:br/>
            <a:r>
              <a:t>    ("preprocessor", preprocessor),</a:t>
            </a:r>
            <a:br/>
            <a:r>
              <a:t>    ("classifier", LogisticRegression(max_iter=1000))</a:t>
            </a:r>
            <a:br/>
            <a:r>
              <a:t>])</a:t>
            </a:r>
            <a:br/>
            <a:br/>
            <a:r>
              <a:t>model.fit(X_train, y_train)</a:t>
            </a:r>
            <a:br/>
            <a:r>
              <a:t>y_pred = model.predict(X_test)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6.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67B4"/>
                </a:solidFill>
              </a:defRPr>
            </a:pPr>
            <a:r>
              <a:t>Logistic Regression on the 20% test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331720" cy="1417320"/>
          </a:xfrm>
          <a:prstGeom prst="roundRect">
            <a:avLst/>
          </a:prstGeom>
          <a:solidFill>
            <a:srgbClr val="EEF5FD"/>
          </a:solidFill>
          <a:ln>
            <a:solidFill>
              <a:srgbClr val="2D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211226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D8C55"/>
                </a:solidFill>
              </a:defRPr>
            </a:pPr>
            <a:r>
              <a:t>80.38%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331720" cy="1417320"/>
          </a:xfrm>
          <a:prstGeom prst="round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554480"/>
            <a:ext cx="211226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067B4"/>
                </a:solidFill>
              </a:defRPr>
            </a:pPr>
            <a:r>
              <a:t>64.85%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2331720" cy="1417320"/>
          </a:xfrm>
          <a:prstGeom prst="roundRect">
            <a:avLst/>
          </a:prstGeom>
          <a:solidFill>
            <a:srgbClr val="EEF5FD"/>
          </a:solidFill>
          <a:ln>
            <a:solidFill>
              <a:srgbClr val="E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554480"/>
            <a:ext cx="211226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6822D"/>
                </a:solidFill>
              </a:defRPr>
            </a:pPr>
            <a:r>
              <a:t>57.22%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417320"/>
            <a:ext cx="2331720" cy="1417320"/>
          </a:xfrm>
          <a:prstGeom prst="roundRect">
            <a:avLst/>
          </a:prstGeom>
          <a:solidFill>
            <a:srgbClr val="EEF5FD"/>
          </a:solidFill>
          <a:ln>
            <a:solidFill>
              <a:srgbClr val="2D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7" y="1554480"/>
            <a:ext cx="211226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D8C55"/>
                </a:solidFill>
              </a:defRPr>
            </a:pPr>
            <a:r>
              <a:t>60.80%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F1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Test samples: 1,407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Correct predictions: 1,131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Confusion matrix [[TN, FP], [FN, TP]] = [[917, 116], [160, 214]]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Accuracy shows overall correctness; precision and recall focus specifically on the churn class.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7.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1508760"/>
            <a:ext cx="2286000" cy="1188720"/>
          </a:xfrm>
          <a:prstGeom prst="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65960" y="164591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323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343400" y="1508760"/>
            <a:ext cx="2286000" cy="1188720"/>
          </a:xfrm>
          <a:prstGeom prst="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64591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323"/>
                </a:solidFill>
              </a:defRPr>
            </a:pPr>
            <a:r>
              <a:t>Predicted No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08760"/>
            <a:ext cx="2286000" cy="1188720"/>
          </a:xfrm>
          <a:prstGeom prst="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64591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323"/>
                </a:solidFill>
              </a:defRPr>
            </a:pPr>
            <a:r>
              <a:t>Predicted 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834639"/>
            <a:ext cx="2286000" cy="1188720"/>
          </a:xfrm>
          <a:prstGeom prst="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97179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323"/>
                </a:solidFill>
              </a:defRPr>
            </a:pPr>
            <a:r>
              <a:t>Actual 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834639"/>
            <a:ext cx="22860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97179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t>917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834639"/>
            <a:ext cx="22860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971799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t>116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4160520"/>
            <a:ext cx="2286000" cy="1188720"/>
          </a:xfrm>
          <a:prstGeom prst="rect">
            <a:avLst/>
          </a:prstGeom>
          <a:solidFill>
            <a:srgbClr val="EEF5FD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42976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323"/>
                </a:solidFill>
              </a:defRPr>
            </a:pPr>
            <a:r>
              <a:t>Actual 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160520"/>
            <a:ext cx="22860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2976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t>160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4160520"/>
            <a:ext cx="22860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2976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t>214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006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True Negatives (TN): 917</a:t>
            </a:r>
          </a:p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False Positives (FP): 116</a:t>
            </a:r>
          </a:p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False Negatives (FN): 160</a:t>
            </a:r>
          </a:p>
          <a:p>
            <a:pPr>
              <a:spcAft>
                <a:spcPts val="1200"/>
              </a:spcAft>
              <a:defRPr sz="1400">
                <a:solidFill>
                  <a:srgbClr val="232323"/>
                </a:solidFill>
              </a:defRPr>
            </a:pPr>
            <a:r>
              <a:t>True Positives (TP): 214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8. Findings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The trained model can classify customers into churn and non-churn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The test-set accuracy is 80.38%, indicating the proportion of all test predictions that were correct.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Churn precision is 64.85% and churn recall is 57.22%; these metrics are useful when the business wants to identify customers at risk.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The model output can be used as an input to customer-retention strategies, subject to business validation.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Performance can be improved further by comparing multiple algorithms and tuning hyperparameters.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2B4A"/>
                </a:solidFill>
              </a:defRPr>
            </a:pPr>
            <a:r>
              <a:t>9.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A complete machine-learning pipeline was implemented for Telco customer churn prediction.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Data cleaning, feature encoding, scaling, model training and evaluation were performed.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Logistic Regression achieved 80.38% test accuracy on this cleaned dataset.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Future scope: compare Random Forest, Decision Tree, SVM and Gradient Boosting.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Future scope: hyperparameter tuning, class-imbalance handling, feature importance and deployment as a web application.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6111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ED7F5"/>
                </a:solidFill>
              </a:defRPr>
            </a:pPr>
            <a:r>
              <a:t>Telco Customer Churn Prediction –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